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A446-2B1D-139B-DE89-FA2179521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F031E-C26F-A0FB-722C-F2F9DF768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8E59-A26D-22A7-B0CA-F2F4E24F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4380-8EB4-B445-A64F-56E70DC3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A799-056B-3770-4DC6-F964135E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2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4AE6-8C5C-01B0-6164-F3D37CF7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4363-137B-6125-C159-A292C1985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46EAB-337B-FC41-A61D-23130469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A7BC-2E22-782A-FFDD-97303FED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8727A-0127-A6F2-EFF6-4B771AC9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5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1B16-3F35-6A1D-D539-242C99B2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E7168-5ABD-748C-25D8-2F5957550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4660-E028-3B60-C911-128A8499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E2DD3-4FE5-9CD0-CA05-D9268E93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C6056-9DB0-FF2C-E720-88ED9A13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48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7D54-1332-8741-3D96-BC367800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DA46-47F2-32EB-F0F8-7DC4EB77E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C7EB2-BE7F-2F6F-7A46-21D2AEAA9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BCDF4-ADE7-DFC9-4A3B-D34FF06F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A8BA3-4D16-D8BA-96E9-C8F832B1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6C20A-7D38-28BE-CD26-F151DF0C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5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CF5A-C5A7-9293-5A71-2E4B1E63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C791C-2FCB-A579-4753-8BFA4A601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5398C-233B-6D33-664E-173A3D3C6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35983-8648-264F-45A7-9D00FA21C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9581D-407C-9D93-0306-6192CFDBB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11D94-350E-8223-32BD-1B05753C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BF841-B9BC-33C7-F33C-E96B46BE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9D3F9D-93EE-5F67-C027-97580ED3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48DD-CDDE-91F0-5B44-89A3DBDF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E4B39-7CDA-0350-C5FF-41478316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66F97-7335-9893-6230-F2D0CE51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94C35-FEF4-DFF0-466E-4963D339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5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588AC-45DF-01C8-B7BC-836C83AA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892B3-EC85-6BB2-C5B0-353F33D4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6B66-6C5D-B789-2CCF-D94CEE43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4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541A-F789-FA4C-6A83-CBA6956D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21A6-BCF6-4466-DAE1-F769DD47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8CAF1-B53E-39AA-4D5E-44DB830F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73F76-BE5E-659F-C7EA-6214923C4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E5095-DCB1-9EC0-2B93-E7406B18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636B3-3CAC-DAC9-7B39-D8EF2F32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61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9A8A-B764-87BA-BC65-97E31D77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853FA-5C41-7819-0CC8-36B01456B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26C6-400D-C98D-7275-C40910050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8917A-17B9-A6AA-6E0D-84149B9E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F9D6C-518A-2E1A-1B79-B8DEB7B2E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4D4A0-2595-693D-B16F-834504ED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04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359F-5434-FEAF-9D51-AB3D2C95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0A855-3C54-ECDC-0E85-15491EE79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094D0-2F85-DE3C-A699-C457C262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C2143-BF8C-A329-3D7D-9A648C63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FC50-0FE7-82D7-01AE-090FB572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E3EDE-1547-41B7-6783-9B392297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C6DC4-EFF0-C0CC-01A6-5340CA38A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59D5A-10BB-4ECA-FA03-34B5CBD5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BCA99-BDE6-3C2D-20BB-926F000D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8CC4E-55FB-C4D5-7DFD-980D248A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58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34907-1E6D-F3E2-3C55-2FE042C9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02953-7AED-401C-5B7A-90712909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6914-11B0-215F-2652-EBF93EA55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7F11C-390E-4D42-B2A3-CDCC700F764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FE82E-060B-D9EE-418E-2CBB5461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2B88-8C5E-C423-23D8-43E0DB724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FCD59-08EE-4B1A-8299-CD473DE56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05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C895-3536-94F6-530C-E8FC59014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Bahnschrift" panose="020B0502040204020203" pitchFamily="34" charset="0"/>
              </a:rPr>
              <a:t>E-Commerce Sales Analysis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BB22C-6B6F-0E04-09D5-EECAEBCD2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0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5DE5-F905-03E3-93EC-10FE29DA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2A9A-E866-90FD-C6B3-F837C1DB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This project focuses on analyzing an e-commerce dataset using MySQL to solve real-world business problems. The analysis helps understand customer behavior, sales performance, product trends, and business growth patterns.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The dataset contains information related to: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Customers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Orders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Products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Order Items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Using SQL queries, multiple business insights were generated to support decision-making and improve overall business performance.</a:t>
            </a:r>
          </a:p>
          <a:p>
            <a:pPr marL="0" indent="0">
              <a:buNone/>
            </a:pPr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F2E6-4D13-8884-A128-73B1874D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542D-3110-481B-45DB-F13C620B0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main objective of this project is to answer important business questions such as:</a:t>
            </a:r>
          </a:p>
          <a:p>
            <a:r>
              <a:rPr lang="en-US" sz="2000" dirty="0"/>
              <a:t>Which products generate the highest sales?</a:t>
            </a:r>
          </a:p>
          <a:p>
            <a:r>
              <a:rPr lang="en-US" sz="2000" dirty="0"/>
              <a:t>Which categories contribute most revenue?</a:t>
            </a:r>
          </a:p>
          <a:p>
            <a:r>
              <a:rPr lang="en-US" sz="2000" dirty="0"/>
              <a:t>Which customers are most valuable?</a:t>
            </a:r>
          </a:p>
          <a:p>
            <a:r>
              <a:rPr lang="en-US" sz="2000" dirty="0"/>
              <a:t>Which payment methods are preferred?</a:t>
            </a:r>
          </a:p>
          <a:p>
            <a:r>
              <a:rPr lang="en-US" sz="2000" dirty="0"/>
              <a:t>How are orders growing over time?</a:t>
            </a:r>
          </a:p>
          <a:p>
            <a:r>
              <a:rPr lang="en-US" sz="2000" dirty="0"/>
              <a:t>What is the cancellation performance of the business?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658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17BF-9D32-588E-3568-80077F46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6A810-61E9-8959-6249-7A68585EC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Before analysis, the dataset was cleaned to ensure accurate results.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The following cleaning steps were performed: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Converted date columns into proper DATE format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Checked NULL values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Identified duplicate records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Verified data consistency</a:t>
            </a:r>
          </a:p>
          <a:p>
            <a:pPr marL="0" indent="0">
              <a:buNone/>
            </a:pPr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98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621C-C209-76ED-B1D1-EF88D9CB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0B2B-9920-0011-17C0-5FC58DC1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EDA was performed to understand the dataset structure and identify trends.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Key analysis performed: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Total records in each table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Product category distribution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Order status analysis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Payment method analysis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Monthly order trends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Duplicate and NULL value checks</a:t>
            </a:r>
          </a:p>
          <a:p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3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0D35-0092-0316-703A-039896FC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Basic 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67D1-F3AE-31E2-BD7F-01BC8C3B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Bahnschrift" panose="020B0502040204020203" pitchFamily="34" charset="0"/>
              </a:rPr>
              <a:t>Basic SQL queries were used to generate business insights.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Insights generated: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Total revenue generated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Top-selling products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Highest revenue generating products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Most preferred payment methods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Top customer cities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Revenue contribution by categories</a:t>
            </a:r>
          </a:p>
          <a:p>
            <a:r>
              <a:rPr lang="en-US" sz="2000" dirty="0">
                <a:latin typeface="Bahnschrift" panose="020B0502040204020203" pitchFamily="34" charset="0"/>
              </a:rPr>
              <a:t>Customers with highest orders</a:t>
            </a:r>
          </a:p>
          <a:p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04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1B9AE-87CF-8F44-0A52-66D859C9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Moderate 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6030-D09A-51B8-E51A-3E2CD81A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Bahnschrift" panose="020B0502040204020203" pitchFamily="34" charset="0"/>
              </a:rPr>
              <a:t>Intermediate SQL concepts were used to perform deeper analysis.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Analysis performed: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Repeat customer analysis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Monthly revenue trends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Average order value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Products priced above average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Customer spending analysis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Cancellation percentage analysis</a:t>
            </a:r>
          </a:p>
          <a:p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52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9AB0-11A9-4043-0106-E480B47D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Bahnschrift" panose="020B0502040204020203" pitchFamily="34" charset="0"/>
              </a:rPr>
              <a:t>Advanced 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4AC2-E2FA-3AE8-9840-DB80C1C3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Advanced SQL concepts like Window Functions and Ranking were used.</a:t>
            </a:r>
          </a:p>
          <a:p>
            <a:r>
              <a:rPr lang="en-US" sz="2000" dirty="0"/>
              <a:t>Advanced insights generated:</a:t>
            </a:r>
          </a:p>
          <a:p>
            <a:r>
              <a:rPr lang="en-US" sz="2000" dirty="0"/>
              <a:t>Product revenue ranking</a:t>
            </a:r>
          </a:p>
          <a:p>
            <a:r>
              <a:rPr lang="en-US" sz="2000" dirty="0"/>
              <a:t>Running monthly revenue</a:t>
            </a:r>
          </a:p>
          <a:p>
            <a:r>
              <a:rPr lang="en-US" sz="2000" dirty="0"/>
              <a:t>Customer spending rank</a:t>
            </a:r>
          </a:p>
          <a:p>
            <a:r>
              <a:rPr lang="en-US" sz="2000" dirty="0"/>
              <a:t>Dense ranking of customers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775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Office Theme</vt:lpstr>
      <vt:lpstr>E-Commerce Sales Analysis using SQL</vt:lpstr>
      <vt:lpstr>Project Overview</vt:lpstr>
      <vt:lpstr>Business Objectives</vt:lpstr>
      <vt:lpstr>Data Cleaning Process</vt:lpstr>
      <vt:lpstr>Exploratory Data Analysis (EDA)</vt:lpstr>
      <vt:lpstr>Basic SQL Analysis</vt:lpstr>
      <vt:lpstr>Moderate SQL Analysis</vt:lpstr>
      <vt:lpstr>Advanced SQL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Nainesh Shirsath</dc:creator>
  <cp:lastModifiedBy>Nainesh Shirsath</cp:lastModifiedBy>
  <cp:revision>1</cp:revision>
  <dcterms:created xsi:type="dcterms:W3CDTF">2026-05-28T10:50:46Z</dcterms:created>
  <dcterms:modified xsi:type="dcterms:W3CDTF">2026-05-28T10:50:59Z</dcterms:modified>
</cp:coreProperties>
</file>